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914400"/>
            <a:ext cx="3200400" cy="3200400"/>
          </a:xfrm>
          <a:prstGeom prst="ellipse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3200400"/>
            <a:ext cx="1645920" cy="1645920"/>
          </a:xfrm>
          <a:prstGeom prst="ellipse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每日拾光学习簿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E96B46"/>
                </a:solidFill>
                <a:latin typeface="Microsoft YaHei"/>
              </a:defRPr>
            </a:pPr>
            <a:r>
              <a:t>Daily Learning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99999"/>
                </a:solidFill>
                <a:latin typeface="Microsoft YaHei"/>
              </a:defRPr>
            </a:pPr>
            <a:r>
              <a:t>把今天学到的东西，留成明天能继续走的路</a:t>
            </a:r>
          </a:p>
          <a:p>
            <a:pPr algn="l">
              <a:spcBef>
                <a:spcPts val="1200"/>
              </a:spcBef>
              <a:spcAft>
                <a:spcPts val="0"/>
              </a:spcAft>
              <a:defRPr sz="1800" b="0">
                <a:solidFill>
                  <a:srgbClr val="999999"/>
                </a:solidFill>
                <a:latin typeface="Microsoft YaHei"/>
              </a:defRPr>
            </a:pPr>
            <a:r>
              <a:t>一个从 Git 提交到知识日报的全自动化学习资产流水线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haoyanzhen  |  2026-05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4114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96B46"/>
                </a:solidFill>
                <a:latin typeface="Microsoft YaHei"/>
              </a:defRPr>
            </a:pPr>
            <a:r>
              <a:t>它是什么？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每日拾光学习簿是一套运行在 GitHub Pages 上的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全自动学习管理系统。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它通过 4 个独立的 AI Agent 任务，每日自动：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●  扫描 6 个 Git 仓库的提交记录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●  提炼数学/物理/计算机/AI 相关概念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●  生成生动详细的知识讲解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●  发布可直接阅读的学习日报网页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最终形成一个持续积累、可检索、可回溯的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个人知识资产库。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A86C8"/>
                </a:solidFill>
                <a:latin typeface="Microsoft YaHei"/>
              </a:defRPr>
            </a:pPr>
            <a:r>
              <a:t>核心特点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74320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🤖 全自动化    无需人工干预，每日定时触发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📚 多领域覆盖    数学、物理、计算机、软件工程、LLM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🔄 流水线架构    4 阶段接力，中间产物可检查可复盘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🎨 渐进披露    简读 / 精读两种阅读模式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📊 教学记录    月度知识索引，按日期/难度追踪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🌐 静态站点    GitHub Pages 托管，零服务器成本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每日监控范围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Microsoft YaHei"/>
              </a:defRPr>
            </a:pPr>
            <a:r>
              <a:t>每日自动扫描 ~/projects 下的 6 个 Git 仓库，生成对应工作总结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3337560" cy="12344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468880"/>
            <a:ext cx="502920" cy="502920"/>
          </a:xfrm>
          <a:prstGeom prst="ellipse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62432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AInote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8986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AI 辅助开发笔记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40280"/>
            <a:ext cx="3337560" cy="12344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09159" y="2468880"/>
            <a:ext cx="502920" cy="502920"/>
          </a:xfrm>
          <a:prstGeom prst="ellipse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62432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59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DailyLearningAssistant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28986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学习助手自身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240280"/>
            <a:ext cx="3337560" cy="12344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760" y="2468880"/>
            <a:ext cx="502920" cy="5029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262432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interview_prepare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8986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面试准备材料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3337560" cy="12344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1560" y="4069080"/>
            <a:ext cx="502920" cy="50292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22452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069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ResearchPaperBase_cc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4988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论文管理 (Codex)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840480"/>
            <a:ext cx="3337560" cy="12344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09159" y="4069080"/>
            <a:ext cx="502920" cy="5029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422452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59" y="4069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ResearchPaperBase_codex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59" y="44988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论文管理 (Claude Code)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840480"/>
            <a:ext cx="3337560" cy="12344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66760" y="4069080"/>
            <a:ext cx="502920" cy="502920"/>
          </a:xfrm>
          <a:prstGeom prst="ellipse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422452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2E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4069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mcp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4988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Microsoft YaHei"/>
              </a:defRPr>
            </a:pPr>
            <a:r>
              <a:t>MCP 相关实践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每个仓库的前一天提交 → 一份 Markdown 总结报告 → 进入概念提炼阶段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四阶段自动化流水线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60320" cy="2103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1783080"/>
            <a:ext cx="457200" cy="457200"/>
          </a:xfrm>
          <a:prstGeom prst="ellipse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96B46"/>
                </a:solidFill>
                <a:latin typeface="Microsoft YaHei"/>
              </a:defRPr>
            </a:pPr>
            <a:r>
              <a:t>代码变更观察员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每日工作</a:t>
            </a:r>
            <a:br/>
            <a:r>
              <a:t>总结报告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45920"/>
            <a:ext cx="2560320" cy="2103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51960" y="1783080"/>
            <a:ext cx="457200" cy="457200"/>
          </a:xfrm>
          <a:prstGeom prst="ellipse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A86C8"/>
                </a:solidFill>
                <a:latin typeface="Microsoft YaHei"/>
              </a:defRPr>
            </a:pPr>
            <a:r>
              <a:t>科普老师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概念提炼</a:t>
            </a:r>
            <a:br/>
            <a:r>
              <a:t>与关联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2560320" cy="2103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0" y="1783080"/>
            <a:ext cx="457200" cy="4572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知识讲解老师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详细知识</a:t>
            </a:r>
            <a:br/>
            <a:r>
              <a:t>讲解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645920"/>
            <a:ext cx="2560320" cy="2103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12680" y="1783080"/>
            <a:ext cx="457200" cy="4572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B59B6"/>
                </a:solidFill>
                <a:latin typeface="Microsoft YaHei"/>
              </a:defRPr>
            </a:pPr>
            <a:r>
              <a:t>日报编辑与发布员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学习日报</a:t>
            </a:r>
            <a:br/>
            <a:r>
              <a:t>与发布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99999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99999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2240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99999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14800"/>
            <a:ext cx="256032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6B46"/>
                </a:solidFill>
                <a:latin typeface="Microsoft YaHei"/>
              </a:defRPr>
            </a:pPr>
            <a:r>
              <a:t>产物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6634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扫描 6 个仓库的 Git 提交</a:t>
            </a:r>
            <a:br/>
            <a:r>
              <a:t>生成 work_summary_*.md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4114800"/>
            <a:ext cx="256032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86C8"/>
                </a:solidFill>
                <a:latin typeface="Microsoft YaHei"/>
              </a:defRPr>
            </a:pPr>
            <a:r>
              <a:t>产物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6634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提炼数学/物理/CS/AI 概念</a:t>
            </a:r>
            <a:br/>
            <a:r>
              <a:t>生成 concept_relevance.md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114800"/>
            <a:ext cx="256032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产物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6634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选择 3 个概念深入讲解</a:t>
            </a:r>
            <a:br/>
            <a:r>
              <a:t>生成 knowledge_explaination.md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4114800"/>
            <a:ext cx="256032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产物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6634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生成 HTML 学习日报</a:t>
            </a:r>
            <a:br/>
            <a:r>
              <a:t>更新 manifest 并推送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阶段详解 (一)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96B46"/>
                </a:solidFill>
                <a:latin typeface="Microsoft YaHei"/>
              </a:defRPr>
            </a:pPr>
            <a:r>
              <a:t>阶段 1 — 代码变更观察员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读取前一天 ~/projects 下 6 个仓库的 git log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分析每次提交的文件变更和 diff 统计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整理提交概览、关键文件变更、工作主题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标注可能涉及的知识点线索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即使无提交也生成对应文件并记录原因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产物: prework/YYYY-MM/YYYY-MM-DD/work_summary_*.md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21208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C8"/>
                </a:solidFill>
                <a:latin typeface="Microsoft YaHei"/>
              </a:defRPr>
            </a:pPr>
            <a:r>
              <a:t>阶段 2 — 科普老师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读取所有当日 work_summary_*.md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提炼 5 个领域的概念：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     数学 / 物理 / 计算机科学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     软件工程 / 大语言模型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标注概念来源仓库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梳理概念关联图谱（依赖、类比、延伸）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给出后续知识讲解建议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产物: concept_relevance.md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阶段详解 (二)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Microsoft YaHei"/>
              </a:defRPr>
            </a:pPr>
            <a:r>
              <a:t>阶段 3 — 知识讲解老师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读取 concept_relevance.md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按学习价值独立选择 3 个概念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不被工作相关性限制选择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每个概念包含: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     — 概念名称与领域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     — 难度评级 (★☆☆☆☆ ~ ★★★★★)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     — 生动完整的原理讲解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     — 具体例子与常见误区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     — 概念关联与开放性问题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产物: knowledge_explaination.md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      + knowledge_log/YYYY-MM-knowledge-log.md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21208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B59B6"/>
                </a:solidFill>
                <a:latin typeface="Microsoft YaHei"/>
              </a:defRPr>
            </a:pPr>
            <a:r>
              <a:t>阶段 4 — 日报编辑与发布员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读取 knowledge_explaination.md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生成独立 HTML 学习日报页面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     — 简读 / 精读双模式切换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     — 三卡片 + 全宽文章区布局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     — 响应式：桌面并排 / 移动单列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复用公共样式 style/main.css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更新 manifest.json (日报+教学记录)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检测 SSH 连通性后 git push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●  产物: learning-report.html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     daily_report/manifest.json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     knowledge_log/manifest.json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产物体系与文件结构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C8"/>
                </a:solidFill>
                <a:latin typeface="Microsoft YaHei"/>
              </a:defRPr>
            </a:pPr>
            <a:r>
              <a:t>文件结构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├── prework/YYYY-MM/YYYY-MM-DD/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│   ├── work_summary_AInote.md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│   ├── work_summary_DailyLearningAssistant.md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│   ├── work_summary_interview_prepare.md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│   ├── work_summary_ResearchPaperBase_cc.md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│   ├── work_summary_ResearchPaperBase_codex.md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│   ├── work_summary_mcp.md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│   ├── concept_relevance.md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│   └── knowledge_explaination.md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├── daily_report/YYYY-MM/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│   ├── YYYY-MM-DD-learning-report.html  ← 独立页面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│   └── manifest.json                    ← 日报索引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├── knowledge_log/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│   ├── YYYY-MM-knowledge-log.md          ← 月度教学记录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│   └── manifest.json                    ← 教学记录索引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├── prompt/                               ← 4 个 Agent prompt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├── style/                                ← 公共 CSS + JS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└── index.html                            ← 首页入口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B59B6"/>
                </a:solidFill>
                <a:latin typeface="Microsoft YaHei"/>
              </a:defRPr>
            </a:pPr>
            <a:r>
              <a:t>数据流向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1">
                <a:solidFill>
                  <a:srgbClr val="E96B46"/>
                </a:solidFill>
                <a:latin typeface="Microsoft YaHei"/>
              </a:defRPr>
            </a:pPr>
            <a:r>
              <a:t>■ Git Repos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  6 个仓库的提交记录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    ↓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1">
                <a:solidFill>
                  <a:srgbClr val="3A86C8"/>
                </a:solidFill>
                <a:latin typeface="Microsoft YaHei"/>
              </a:defRPr>
            </a:pPr>
            <a:r>
              <a:t>■ work_summary_*.md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  每日仓库变更总结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    ↓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1">
                <a:solidFill>
                  <a:srgbClr val="2ECC71"/>
                </a:solidFill>
                <a:latin typeface="Microsoft YaHei"/>
              </a:defRPr>
            </a:pPr>
            <a:r>
              <a:t>■ concept_relevance.md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  概念清单 + 关联图谱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    ↓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1">
                <a:solidFill>
                  <a:srgbClr val="9B59B6"/>
                </a:solidFill>
                <a:latin typeface="Microsoft YaHei"/>
              </a:defRPr>
            </a:pPr>
            <a:r>
              <a:t>■ knowledge_explaination.md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  3 个概念的完整讲解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    ↓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1">
                <a:solidFill>
                  <a:srgbClr val="E96B46"/>
                </a:solidFill>
                <a:latin typeface="Microsoft YaHei"/>
              </a:defRPr>
            </a:pPr>
            <a:r>
              <a:t>■ learning-report.html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  可阅读的学习日报网页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    ↓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1">
                <a:solidFill>
                  <a:srgbClr val="F39C12"/>
                </a:solidFill>
                <a:latin typeface="Microsoft YaHei"/>
              </a:defRPr>
            </a:pPr>
            <a:r>
              <a:t>■ manifest.json</a:t>
            </a:r>
          </a:p>
          <a:p>
            <a:pPr algn="l">
              <a:spcBef>
                <a:spcPts val="200"/>
              </a:spcBef>
              <a:spcAft>
                <a:spcPts val="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  导航索引 + 默认展示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关键设计理念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11887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6B46"/>
                </a:solidFill>
                <a:latin typeface="Microsoft YaHei"/>
              </a:defRPr>
            </a:pPr>
            <a:r>
              <a:t>中间产物契约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每个阶段通过 Markdown 文件传递稳定数据，下游不猜测上游意图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→ 固定路径规则 (YYYY-MM/YYYY-MM-DD/)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→ 文件名即接口约定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→ 出错时可独立检查任何中间文件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5029200" cy="11887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86C8"/>
                </a:solidFill>
                <a:latin typeface="Microsoft YaHei"/>
              </a:defRPr>
            </a:pPr>
            <a:r>
              <a:t>Prompt 职责边界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4 个 Agent 各有独立角色、明确输入输出和日期口径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→ 每个 prompt 定义: 角色 + 输入 + 输出 + 约束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→ 降低多 Agent 上下文污染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→ 减少任务越界和重复工作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5029200" cy="11887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Microsoft YaHei"/>
              </a:defRPr>
            </a:pPr>
            <a:r>
              <a:t>渐进披露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17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同一篇日报服务不同阅读深度 — 3 分钟速览 vs 完整深读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297679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→ 简读: 一句话解释 + 核心要点 + 记忆句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→ 精读: 完整原理 + 例子 + 误区 + 关联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→ 卡片式入口 → 全宽文章区展开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32120"/>
            <a:ext cx="5029200" cy="11887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235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59B6"/>
                </a:solidFill>
                <a:latin typeface="Microsoft YaHei"/>
              </a:defRPr>
            </a:pPr>
            <a:r>
              <a:t>公共设计系统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943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所有页面复用同一套 CSS 视觉语言，避免风格碎片化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623559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→ style/main.css 作为唯一样式源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→ 日报不创建私有 CSS</a:t>
            </a:r>
          </a:p>
          <a:p>
            <a:pPr algn="l">
              <a:spcBef>
                <a:spcPts val="40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→ 主页、归档、日报视觉一致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近期演进 (2026-05-12 ~ 05-13)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01168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96B46"/>
                </a:solidFill>
                <a:latin typeface="Microsoft YaHei"/>
              </a:defRPr>
            </a:pPr>
            <a:r>
              <a:t>v1.0 初始发布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103120"/>
            <a:ext cx="1097280" cy="36576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</a:p>
          <a:p>
            <a:pPr algn="l"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5 月 12 日发布首个学习日报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建立 4 阶段 prompt 体系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首页 + manifest 导航架构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554480"/>
            <a:ext cx="201168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691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A86C8"/>
                </a:solidFill>
                <a:latin typeface="Microsoft YaHei"/>
              </a:defRPr>
            </a:pPr>
            <a:r>
              <a:t>v1.1 中间产物补全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103120"/>
            <a:ext cx="1097280" cy="36576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28600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</a:p>
          <a:p>
            <a:pPr algn="l"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补充 work_summary 完整材料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concept_relevance 概念提炼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knowledge_explaination 详细讲解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554480"/>
            <a:ext cx="201168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691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ECC71"/>
                </a:solidFill>
                <a:latin typeface="Microsoft YaHei"/>
              </a:defRPr>
            </a:pPr>
            <a:r>
              <a:t>v1.2 公共样式系统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103120"/>
            <a:ext cx="10972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28600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</a:p>
          <a:p>
            <a:pPr algn="l"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移除日报私有 CSS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统一到 style/main.css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主页与日报视觉一致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554480"/>
            <a:ext cx="201168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1691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9B59B6"/>
                </a:solidFill>
                <a:latin typeface="Microsoft YaHei"/>
              </a:defRPr>
            </a:pPr>
            <a:r>
              <a:t>v1.3 教学记录系统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2103120"/>
            <a:ext cx="1097280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228600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</a:p>
          <a:p>
            <a:pPr algn="l"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新增 knowledge_log 月度记录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HTML 表格: 日期/概念/领域/难度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首页 ?knowledge=1 入口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1554480"/>
            <a:ext cx="201168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1691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39C12"/>
                </a:solidFill>
                <a:latin typeface="Microsoft YaHei"/>
              </a:defRPr>
            </a:pPr>
            <a:r>
              <a:t>v1.4 阅读模式升级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0" y="2103120"/>
            <a:ext cx="109728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28600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YaHei"/>
              </a:defRPr>
            </a:pPr>
          </a:p>
          <a:p>
            <a:pPr algn="l"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简读 / 精读双模式切换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三卡片 + 全宽文章区布局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● 响应式: 桌面并排 / 移动单列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教学记录概览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每个教学日选择 3 个概念深入讲解，累计形成月度知识索引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874519" cy="457200"/>
          </a:xfrm>
          <a:prstGeom prst="round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日期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2103120"/>
            <a:ext cx="1874519" cy="457200"/>
          </a:xfrm>
          <a:prstGeom prst="round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概念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2057400" cy="457200"/>
          </a:xfrm>
          <a:prstGeom prst="round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2148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领域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2331720" cy="457200"/>
          </a:xfrm>
          <a:prstGeom prst="round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难度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103120"/>
            <a:ext cx="2971800" cy="457200"/>
          </a:xfrm>
          <a:prstGeom prst="round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一句话解释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97480"/>
            <a:ext cx="1874519" cy="5029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743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2026-05-13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2697480"/>
            <a:ext cx="1874519" cy="5029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33472" y="2743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契约式开发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697480"/>
            <a:ext cx="2057400" cy="5029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27432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软件工程 / AI 辅助开发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697480"/>
            <a:ext cx="2331720" cy="5029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743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9C12"/>
                </a:solidFill>
                <a:latin typeface="Microsoft YaHei"/>
              </a:defRPr>
            </a:pPr>
            <a:r>
              <a:t>★★★★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2697480"/>
            <a:ext cx="2971800" cy="5029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59952" y="2743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先明确产品、接口、数据、权限和验收边界，再让实现服从约定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291840"/>
            <a:ext cx="1874519" cy="50292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337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2560320" y="3291840"/>
            <a:ext cx="1874519" cy="50292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33472" y="3337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渐进披露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3291840"/>
            <a:ext cx="2057400" cy="50292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33375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人机交互 / 信息架构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291840"/>
            <a:ext cx="2331720" cy="50292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3337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9C12"/>
                </a:solidFill>
                <a:latin typeface="Microsoft YaHei"/>
              </a:defRPr>
            </a:pPr>
            <a:r>
              <a:t>★★★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3291840"/>
            <a:ext cx="2971800" cy="50292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59952" y="33375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按用户注意力和任务阶段逐步呈现信息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886200"/>
            <a:ext cx="1874519" cy="5029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3931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37" name="Rectangle 36"/>
          <p:cNvSpPr/>
          <p:nvPr/>
        </p:nvSpPr>
        <p:spPr>
          <a:xfrm>
            <a:off x="2560320" y="3886200"/>
            <a:ext cx="1874519" cy="5029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33472" y="3931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状态机与并发锁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3886200"/>
            <a:ext cx="2057400" cy="5029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62272" y="3931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CS / 分布式系统基础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886200"/>
            <a:ext cx="2331720" cy="5029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3952" y="3931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9C12"/>
                </a:solidFill>
                <a:latin typeface="Microsoft YaHei"/>
              </a:defRPr>
            </a:pPr>
            <a:r>
              <a:t>★★★★★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3886200"/>
            <a:ext cx="2971800" cy="5029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59952" y="3931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用明确状态迁移和资源占用保护，避免长任务运行态混乱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480560"/>
            <a:ext cx="1874519" cy="50292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" y="4526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2026-05-12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0" y="4480560"/>
            <a:ext cx="1874519" cy="50292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33472" y="4526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多阶段自动化流水线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0" y="4480560"/>
            <a:ext cx="2057400" cy="50292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62272" y="45262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软件工程 / Agent 工作流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4480560"/>
            <a:ext cx="2331720" cy="50292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73952" y="45262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9C12"/>
                </a:solidFill>
                <a:latin typeface="Microsoft YaHei"/>
              </a:defRPr>
            </a:pPr>
            <a:r>
              <a:t>★★★★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86800" y="4480560"/>
            <a:ext cx="2971800" cy="50292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59952" y="4526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把复杂任务拆成职责清晰、输入输出稳定的多个自动化阶段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5074920"/>
            <a:ext cx="1874519" cy="5029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4672" y="5120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57" name="Rectangle 56"/>
          <p:cNvSpPr/>
          <p:nvPr/>
        </p:nvSpPr>
        <p:spPr>
          <a:xfrm>
            <a:off x="2560320" y="5074920"/>
            <a:ext cx="1874519" cy="5029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33472" y="5120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材料一致性校验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89120" y="5074920"/>
            <a:ext cx="2057400" cy="5029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62272" y="51206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测试工程 / 数据质量管理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5074920"/>
            <a:ext cx="2331720" cy="5029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73952" y="5120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9C12"/>
                </a:solidFill>
                <a:latin typeface="Microsoft YaHei"/>
              </a:defRPr>
            </a:pPr>
            <a:r>
              <a:t>★★★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86800" y="5074920"/>
            <a:ext cx="2971800" cy="50292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59952" y="5120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检查学习材料在结构、题号、语义上是否真正对应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5669280"/>
            <a:ext cx="1874519" cy="50292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4672" y="5715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67" name="Rectangle 66"/>
          <p:cNvSpPr/>
          <p:nvPr/>
        </p:nvSpPr>
        <p:spPr>
          <a:xfrm>
            <a:off x="2560320" y="5669280"/>
            <a:ext cx="1874519" cy="50292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33472" y="5715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注意力机制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89120" y="5669280"/>
            <a:ext cx="2057400" cy="50292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62272" y="5715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深度学习 / 大语言模型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0" y="5669280"/>
            <a:ext cx="2331720" cy="50292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73952" y="5715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39C12"/>
                </a:solidFill>
                <a:latin typeface="Microsoft YaHei"/>
              </a:defRPr>
            </a:pPr>
            <a:r>
              <a:t>★★★★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86800" y="5669280"/>
            <a:ext cx="2971800" cy="502920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59952" y="5715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让模型动态判断哪些信息更值得关注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首页与导航架构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96B46"/>
                </a:solidFill>
                <a:latin typeface="Microsoft YaHei"/>
              </a:defRPr>
            </a:pPr>
            <a:r>
              <a:t>最新日报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?  (默认)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60320"/>
            <a:ext cx="1371600" cy="36576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●  自动跳转到最新 HTML 日报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●  显示今日知识点概览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●  简读 / 精读切换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●  桌面端三栏并排布局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47472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86C8"/>
                </a:solidFill>
                <a:latin typeface="Microsoft YaHei"/>
              </a:defRPr>
            </a:pPr>
            <a:r>
              <a:t>学习归档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?archive=1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2560320"/>
            <a:ext cx="1371600" cy="36576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7432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●  从 manifest.json 读取日报列表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●  按年 → 月 → 日层级展开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●  目录树浏览历史日报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●  一键回到最新日报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47472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Microsoft YaHei"/>
              </a:defRPr>
            </a:pPr>
            <a:r>
              <a:t>教学记录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?knowledge=1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2560320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7432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●  从 knowledge_log/manifest.json 读取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●  按年份折叠展示月度记录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●  每月知识点表格一览</a:t>
            </a:r>
          </a:p>
          <a:p>
            <a:pPr algn="l"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●  日期链接指向当天日报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技术栈与工具链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651760" cy="4114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6B46"/>
                </a:solidFill>
                <a:latin typeface="Microsoft YaHei"/>
              </a:defRPr>
            </a:pPr>
            <a:r>
              <a:t>内容生成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40280"/>
            <a:ext cx="1371600" cy="36576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 AI Agent 自动化 (Claude Code)</a:t>
            </a:r>
          </a:p>
          <a:p>
            <a:pPr algn="l"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 Markdown 中间产物</a:t>
            </a:r>
          </a:p>
          <a:p>
            <a:pPr algn="l"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 Prompt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645920"/>
            <a:ext cx="2651760" cy="4114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86C8"/>
                </a:solidFill>
                <a:latin typeface="Microsoft YaHei"/>
              </a:defRPr>
            </a:pPr>
            <a:r>
              <a:t>前端展示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2240280"/>
            <a:ext cx="1371600" cy="36576"/>
          </a:xfrm>
          <a:prstGeom prst="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4688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 纯静态 HTML/CSS/JS</a:t>
            </a:r>
          </a:p>
          <a:p>
            <a:pPr algn="l"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 单页应用模式 (index.html)</a:t>
            </a:r>
          </a:p>
          <a:p>
            <a:pPr algn="l"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 CSS 公共设计系统</a:t>
            </a:r>
          </a:p>
          <a:p>
            <a:pPr algn="l"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 响应式布局 (桌面 + 移动)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45920"/>
            <a:ext cx="2651760" cy="4114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Microsoft YaHei"/>
              </a:defRPr>
            </a:pPr>
            <a:r>
              <a:t>数据管理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240280"/>
            <a:ext cx="13716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4688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 JSON manifest 驱动导航</a:t>
            </a:r>
          </a:p>
          <a:p>
            <a:pPr algn="l"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 HTML 表格教学记录</a:t>
            </a:r>
          </a:p>
          <a:p>
            <a:pPr algn="l"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 文件系统即数据库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645920"/>
            <a:ext cx="2651760" cy="4114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59B6"/>
                </a:solidFill>
                <a:latin typeface="Microsoft YaHei"/>
              </a:defRPr>
            </a:pPr>
            <a:r>
              <a:t>部署托管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55480" y="2240280"/>
            <a:ext cx="1371600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24688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 GitHub Pages 免费托管</a:t>
            </a:r>
          </a:p>
          <a:p>
            <a:pPr algn="l"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 Git 版本控制</a:t>
            </a:r>
          </a:p>
          <a:p>
            <a:pPr algn="l"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 SSH 自动化推送</a:t>
            </a:r>
          </a:p>
          <a:p>
            <a:pPr algn="l"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▸  零服务器成本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943600"/>
            <a:ext cx="10789920" cy="54864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989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核心理念：零运维成本、全自动运行、Git 即数据库、静态页面即服务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E96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96B46"/>
                </a:solidFill>
                <a:latin typeface="Microsoft YaHei"/>
              </a:defRPr>
            </a:pPr>
            <a:r>
              <a:t>项目价值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✓  将每日零散的代码变更转化为结构化知识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✓  4 个独立 Agent 各司其职，流水线式协作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✓  中间产物可检查、可复盘、可复用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✓  简读/精读满足不同场景的学习需求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✓  月度教学记录构建长期知识索引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✓  纯静态方案：零运维、零成本、永久可访问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B59B6"/>
                </a:solidFill>
                <a:latin typeface="Microsoft YaHei"/>
              </a:defRPr>
            </a:pPr>
            <a:r>
              <a:t>未来方向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→  搜索功能：跨日报全文检索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→  知识图谱：概念间关联可视化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→  RSS/订阅：每日推送学习日报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→  知识回测：基于历史概念生成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      练习题和自测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→  多语言讲解：概念的多语言版本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→  协作功能：多人知识库与讨论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96B46"/>
                </a:solidFill>
                <a:latin typeface="Microsoft YaHei"/>
              </a:defRPr>
            </a:pPr>
            <a:r>
              <a:t>"把今天学到的东西，留成明天能继续走的路"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